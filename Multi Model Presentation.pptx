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60" r:id="rId3"/>
    <p:sldId id="261" r:id="rId4"/>
    <p:sldId id="264" r:id="rId5"/>
    <p:sldId id="262" r:id="rId6"/>
    <p:sldId id="257" r:id="rId7"/>
    <p:sldId id="259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28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06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193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34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28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5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742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21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76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19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3371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448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7160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057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186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50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09644-9299-4B82-8E1F-932FBD9974A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1AE2481-7CD8-4C3E-B1C2-07CF8EEC1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6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7379-8B4D-E22B-20EF-804BFE395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6855"/>
            <a:ext cx="9144000" cy="1233107"/>
          </a:xfrm>
        </p:spPr>
        <p:txBody>
          <a:bodyPr/>
          <a:lstStyle/>
          <a:p>
            <a:r>
              <a:rPr lang="en-IN" dirty="0"/>
              <a:t>Multi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AEAAC-3E61-D996-5F89-2C9465291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(Cascade of Experts)</a:t>
            </a:r>
          </a:p>
        </p:txBody>
      </p:sp>
    </p:spTree>
    <p:extLst>
      <p:ext uri="{BB962C8B-B14F-4D97-AF65-F5344CB8AC3E}">
        <p14:creationId xmlns:p14="http://schemas.microsoft.com/office/powerpoint/2010/main" val="3891703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7B123A-1D89-4348-28F2-5AA266DB7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62" y="1235996"/>
            <a:ext cx="10856300" cy="5365971"/>
          </a:xfrm>
        </p:spPr>
      </p:pic>
    </p:spTree>
    <p:extLst>
      <p:ext uri="{BB962C8B-B14F-4D97-AF65-F5344CB8AC3E}">
        <p14:creationId xmlns:p14="http://schemas.microsoft.com/office/powerpoint/2010/main" val="3329852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1A6B-CFA2-096D-0941-9C8B53B3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97" y="624110"/>
            <a:ext cx="9593516" cy="656050"/>
          </a:xfrm>
        </p:spPr>
        <p:txBody>
          <a:bodyPr/>
          <a:lstStyle/>
          <a:p>
            <a:r>
              <a:rPr lang="en-IN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8399-3F3A-E296-B7CD-BB90E9E97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096" y="1444752"/>
            <a:ext cx="9593516" cy="2935224"/>
          </a:xfrm>
        </p:spPr>
        <p:txBody>
          <a:bodyPr/>
          <a:lstStyle/>
          <a:p>
            <a:r>
              <a:rPr lang="en-IN" dirty="0"/>
              <a:t>The Dataset used is related to the medical images of cancer classification</a:t>
            </a:r>
          </a:p>
          <a:p>
            <a:r>
              <a:rPr lang="en-IN" dirty="0"/>
              <a:t>The Idea is to for the image classification is to classify the Kidney, Brain, Pancreases, Skin cancer and their sub classification when the image is fed into the model</a:t>
            </a:r>
          </a:p>
          <a:p>
            <a:r>
              <a:rPr lang="en-IN" dirty="0"/>
              <a:t>As for the csv input classification classify if the given row is malignant or benign</a:t>
            </a:r>
          </a:p>
        </p:txBody>
      </p:sp>
    </p:spTree>
    <p:extLst>
      <p:ext uri="{BB962C8B-B14F-4D97-AF65-F5344CB8AC3E}">
        <p14:creationId xmlns:p14="http://schemas.microsoft.com/office/powerpoint/2010/main" val="369186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5446-4B73-B142-8A46-363488A4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569" y="624110"/>
            <a:ext cx="9246044" cy="619474"/>
          </a:xfrm>
        </p:spPr>
        <p:txBody>
          <a:bodyPr>
            <a:normAutofit fontScale="90000"/>
          </a:bodyPr>
          <a:lstStyle/>
          <a:p>
            <a:r>
              <a:rPr lang="en-IN" dirty="0"/>
              <a:t>Models &amp; its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02CF-77B4-CB35-1EBB-6CD7B836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0" y="1417320"/>
            <a:ext cx="9310052" cy="428853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CSV classification:</a:t>
            </a:r>
          </a:p>
          <a:p>
            <a:pPr lvl="1"/>
            <a:r>
              <a:rPr lang="en-IN" dirty="0"/>
              <a:t>Cancer Classification – SVM - 99</a:t>
            </a:r>
          </a:p>
          <a:p>
            <a:pPr lvl="1"/>
            <a:r>
              <a:rPr lang="en-IN" dirty="0"/>
              <a:t>Breast Classification – KNN – 97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Image Classification:</a:t>
            </a:r>
          </a:p>
          <a:p>
            <a:pPr lvl="1"/>
            <a:r>
              <a:rPr lang="en-IN" dirty="0"/>
              <a:t>Image Router – Resnet18 – Trained on 6000 images(All images) – 99%</a:t>
            </a:r>
          </a:p>
          <a:p>
            <a:pPr lvl="1"/>
            <a:r>
              <a:rPr lang="en-IN" dirty="0"/>
              <a:t>Brain - Resnet18 - Trained on 4000 images (Brain Images alone) – 99%</a:t>
            </a:r>
          </a:p>
          <a:p>
            <a:pPr lvl="1"/>
            <a:r>
              <a:rPr lang="en-IN" dirty="0"/>
              <a:t>Kidney - Resnet18 - Trained on 6000 images (Brain Images alone) – 99%</a:t>
            </a:r>
          </a:p>
          <a:p>
            <a:pPr lvl="1"/>
            <a:r>
              <a:rPr lang="en-IN" dirty="0"/>
              <a:t>Pancreases - Resnet18 - Trained on 3000 images (Brain Images alone) – 99%</a:t>
            </a:r>
          </a:p>
          <a:p>
            <a:pPr lvl="1"/>
            <a:r>
              <a:rPr lang="en-IN" dirty="0"/>
              <a:t>Skin - Resnet18 - Trained on 10000 images (Brain Images alone) – 89%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82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E946F-0498-DD39-C599-6D3CD264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1273334"/>
            <a:ext cx="8911687" cy="759501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145F4-9C79-E82F-5B48-5DF960FD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773498"/>
            <a:ext cx="10354056" cy="270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7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F552-8A1D-B5E0-B215-1FE777ED4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291"/>
          </a:xfrm>
        </p:spPr>
        <p:txBody>
          <a:bodyPr>
            <a:normAutofit/>
          </a:bodyPr>
          <a:lstStyle/>
          <a:p>
            <a:r>
              <a:rPr lang="en-IN" b="1" dirty="0"/>
              <a:t>Cascade Of Experts: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8F239-BD02-3DB8-C6F4-E3FC6580A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50285" y="-1232305"/>
            <a:ext cx="5045075" cy="10069244"/>
          </a:xfrm>
        </p:spPr>
      </p:pic>
    </p:spTree>
    <p:extLst>
      <p:ext uri="{BB962C8B-B14F-4D97-AF65-F5344CB8AC3E}">
        <p14:creationId xmlns:p14="http://schemas.microsoft.com/office/powerpoint/2010/main" val="136484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2BAA-3251-E922-DB6F-A06D7F69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212630"/>
            <a:ext cx="9831260" cy="829786"/>
          </a:xfrm>
        </p:spPr>
        <p:txBody>
          <a:bodyPr/>
          <a:lstStyle/>
          <a:p>
            <a:r>
              <a:rPr lang="en-IN" dirty="0"/>
              <a:t>Scalable ideas: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09584-1218-CFAF-B44C-2FCF2BE05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352" y="1453896"/>
            <a:ext cx="9831260" cy="4873752"/>
          </a:xfrm>
        </p:spPr>
        <p:txBody>
          <a:bodyPr/>
          <a:lstStyle/>
          <a:p>
            <a:r>
              <a:rPr lang="en-IN" dirty="0"/>
              <a:t>AWS for cloud services</a:t>
            </a:r>
          </a:p>
          <a:p>
            <a:r>
              <a:rPr lang="en-IN" dirty="0"/>
              <a:t>Docker to run in any devices</a:t>
            </a:r>
          </a:p>
          <a:p>
            <a:r>
              <a:rPr lang="en-IN" dirty="0"/>
              <a:t>Kubeflow to manage pipelines, models, notebook</a:t>
            </a:r>
          </a:p>
          <a:p>
            <a:r>
              <a:rPr lang="en-IN" dirty="0"/>
              <a:t>CI/CD for models -&gt; GitHub Actions + Jenkins</a:t>
            </a:r>
          </a:p>
          <a:p>
            <a:r>
              <a:rPr lang="en-IN" dirty="0"/>
              <a:t>REST/</a:t>
            </a:r>
            <a:r>
              <a:rPr lang="en-IN" dirty="0" err="1"/>
              <a:t>gRPC</a:t>
            </a:r>
            <a:r>
              <a:rPr lang="en-IN" dirty="0"/>
              <a:t> via </a:t>
            </a:r>
            <a:r>
              <a:rPr lang="en-IN" dirty="0" err="1"/>
              <a:t>FastAPI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05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B011-7910-0E4D-301E-09D65F0F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338328"/>
            <a:ext cx="9692640" cy="813816"/>
          </a:xfrm>
        </p:spPr>
        <p:txBody>
          <a:bodyPr/>
          <a:lstStyle/>
          <a:p>
            <a:r>
              <a:rPr lang="en-IN" dirty="0"/>
              <a:t>Further Improvements: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E566-FDAD-46DC-E216-EF9C67E3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76" y="1399032"/>
            <a:ext cx="9829800" cy="4799393"/>
          </a:xfrm>
        </p:spPr>
        <p:txBody>
          <a:bodyPr/>
          <a:lstStyle/>
          <a:p>
            <a:r>
              <a:rPr lang="en-IN" dirty="0"/>
              <a:t>CSV pipeline needs further improvements on able to manage different type of dataset which including preprocess in the pipeline.</a:t>
            </a:r>
          </a:p>
          <a:p>
            <a:r>
              <a:rPr lang="en-IN" dirty="0"/>
              <a:t>Pipeline prediction is off for the csv model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3407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133</TotalTime>
  <Words>246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Multi Model</vt:lpstr>
      <vt:lpstr>PowerPoint Presentation</vt:lpstr>
      <vt:lpstr>Project Description</vt:lpstr>
      <vt:lpstr>Models &amp; its accuracy</vt:lpstr>
      <vt:lpstr>Result</vt:lpstr>
      <vt:lpstr>Cascade Of Experts:</vt:lpstr>
      <vt:lpstr>Scalable ideas:</vt:lpstr>
      <vt:lpstr>Further Improvements: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</cp:revision>
  <dcterms:created xsi:type="dcterms:W3CDTF">2025-09-27T05:17:08Z</dcterms:created>
  <dcterms:modified xsi:type="dcterms:W3CDTF">2025-09-27T07:30:54Z</dcterms:modified>
</cp:coreProperties>
</file>